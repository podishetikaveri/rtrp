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8"/>
  </p:notesMasterIdLst>
  <p:sldIdLst>
    <p:sldId id="265" r:id="rId2"/>
    <p:sldId id="266" r:id="rId3"/>
    <p:sldId id="271" r:id="rId4"/>
    <p:sldId id="268" r:id="rId5"/>
    <p:sldId id="269" r:id="rId6"/>
    <p:sldId id="27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4A625E-240C-4DE7-88D4-4972230E1CB9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3C5BDD-F684-43FA-B865-9E033B97B3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97031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3C5BDD-F684-43FA-B865-9E033B97B3F1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39466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DA48F-8E8D-046A-6654-C7DD8789BC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E02DA9-40D8-79AB-2C2F-10B5D1450E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8831E1-2B7B-A0FB-A513-95FCBDBFB9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88707E-A1C9-4244-A7E1-EFBE369167C8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92D6AA-A787-D105-FB1F-B4C683A32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B7F57A-F2C1-B6B8-0BF2-29F3307FF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DFE50-743A-46BF-A7F7-57ADC23608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95434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AB52D3-4DB0-3AB0-F521-BB59903503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8D24D7-9C39-C881-4F4A-9E5467F492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27B70F-D9D3-16E7-6BA4-69517AA95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88707E-A1C9-4244-A7E1-EFBE369167C8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E13917-F336-0C18-A970-E37A88333D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75D4FC-397D-673C-26B4-8A9FA401E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DFE50-743A-46BF-A7F7-57ADC23608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38901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6A4F2-1D17-F8A8-B03D-0B84E5EC8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9A7721-347B-14C3-8BBD-D240132DD6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997788-86D8-065C-AC06-1436E1AC9D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88707E-A1C9-4244-A7E1-EFBE369167C8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BA8D69-E7D8-67FD-81F9-8BE49E9D8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C397C6-7075-B520-B0D3-D89A7B2F6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DFE50-743A-46BF-A7F7-57ADC23608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29256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6E82BC-42CC-21EE-3D4D-7F4D108360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DEB79A-6E3B-0F33-6AE9-D16A5F384F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284239-8719-0B2A-B427-49057FE251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AAFBCD-F75A-BB91-3C1B-6DEE3A7387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88707E-A1C9-4244-A7E1-EFBE369167C8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428D6F-E52A-D334-B176-EC5B713103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85E6D5-ED56-0A8A-5BBE-0FA6B3DB4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DFE50-743A-46BF-A7F7-57ADC23608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3078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63AE6-0248-42A8-E493-BEDE8E412C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118B53-6B68-9CC1-351C-FC78A553AB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3C7A54-79B1-6752-3366-FB1D7EB5C9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E6E942-08A8-EE14-DD5C-0009524DC7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D73D0D7-BBE0-0512-E747-52881F4C4D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AA88CBF-E23C-486B-0CE0-F4F5D9737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88707E-A1C9-4244-A7E1-EFBE369167C8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47F8A2E-2AC0-AC68-476A-97F449F00D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D32DFDE-C5DC-5E7A-B203-75FADDDD3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DFE50-743A-46BF-A7F7-57ADC23608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27566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43E3F7-CC38-6C0E-F172-A3308D4524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82FAEB-D003-B188-21E0-53A395B541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88707E-A1C9-4244-A7E1-EFBE369167C8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6C34BD-1BA9-D780-0422-7E4A983231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D29C6F-27E6-F720-3A5B-348CFB7EC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DFE50-743A-46BF-A7F7-57ADC23608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90068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9DFF53C-8F0B-B210-68DC-9C2FB64DE3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88707E-A1C9-4244-A7E1-EFBE369167C8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F1066FB-FB8B-A586-2FAC-C0092A8D0E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A51954-5AE2-A722-71EB-3FA4015B3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DFE50-743A-46BF-A7F7-57ADC23608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26994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6A144-45E5-3446-4306-3DE58ECBCF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735C65-8895-FBC6-D757-BBA67003ED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0D0267-982A-161C-B17A-EC1C5DE327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82DC98-3976-B75E-EB0E-9958D12FF6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88707E-A1C9-4244-A7E1-EFBE369167C8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E5CF73-EAD0-B52E-B08E-63D06F520F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E97829-5D59-C5FF-88AF-B4862D0434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DFE50-743A-46BF-A7F7-57ADC23608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41635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7461F9-DFE8-0F0A-AAF6-DA642AA7C1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DB5D761-39C4-1696-EC4F-6F106EE49F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D9EC63-BD06-2A13-8C2D-C4B1670988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3350FF-C060-B430-1E47-8FC88704F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88707E-A1C9-4244-A7E1-EFBE369167C8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C03F5E-21D6-BDC7-1A4B-0AFB148C11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8783A4-9745-4E60-9A25-C1B5C6B6A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DFE50-743A-46BF-A7F7-57ADC23608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90926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C1342-C24F-083D-FFE8-5366F5083E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BD5FFC-4E9B-6923-32FF-0B39553028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49001C-B2E1-9D36-BA41-0B6C0620BF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88707E-A1C9-4244-A7E1-EFBE369167C8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6C6885-D66D-7191-6F00-323355A893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FF88B0-10B5-5CF4-DA15-7B9AA64DF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DFE50-743A-46BF-A7F7-57ADC23608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12721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830B621-240F-7BD9-AD84-8827E144B8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02FFD0-CA66-4E7E-1846-39159FCCDB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583682-4929-BECC-411F-F0205373D1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88707E-A1C9-4244-A7E1-EFBE369167C8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74E514-B62D-9335-39F8-7555F66FB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12FE6B-D81C-75ED-3A46-06712E8E9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DFE50-743A-46BF-A7F7-57ADC23608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25277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4A4A8A6-D4C6-A9A5-B1F1-08935F754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F3B27E-9D7F-AAB8-385B-F163979EEC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1F4761-4935-A162-1361-E67F051FA6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88707E-A1C9-4244-A7E1-EFBE369167C8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E6A34F-DB8B-6664-D3C8-34CC4CBA2A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64A2B2-D4A9-16A5-E283-88B0635C58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BDFE50-743A-46BF-A7F7-57ADC23608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65583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3"/>
          <p:cNvSpPr txBox="1"/>
          <p:nvPr/>
        </p:nvSpPr>
        <p:spPr>
          <a:xfrm>
            <a:off x="545234" y="1746012"/>
            <a:ext cx="11646766" cy="5111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>
              <a:buSzPts val="1800"/>
            </a:pPr>
            <a:r>
              <a:rPr lang="en-US" sz="1800" dirty="0"/>
              <a:t>      Department of Computer Science and Engineering</a:t>
            </a:r>
            <a:endParaRPr lang="en-US" sz="1800" b="1" dirty="0">
              <a:latin typeface="Times New Roman" panose="02020603050405020304" pitchFamily="18" charset="0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US" sz="1800" b="1" i="0" u="none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 A  </a:t>
            </a:r>
            <a:r>
              <a:rPr lang="en-US" b="1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REAL-TIME</a:t>
            </a:r>
            <a:r>
              <a:rPr lang="en-US" sz="1800" b="1" i="0" u="none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PROJECT REVIEW-2</a:t>
            </a:r>
            <a:endParaRPr sz="1800" b="0" i="0" u="none" strike="noStrike" cap="none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On</a:t>
            </a:r>
            <a:endParaRPr sz="1800" b="0" i="0" u="none" strike="noStrike" cap="none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lvl="0" algn="ctr">
              <a:buClr>
                <a:srgbClr val="000000"/>
              </a:buClr>
              <a:buSzPts val="2400"/>
            </a:pPr>
            <a:r>
              <a:rPr lang="en-US" sz="2400" b="1" i="0" u="none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2400" dirty="0"/>
              <a:t>Smart Queue and Appointment Management System</a:t>
            </a:r>
            <a:endParaRPr lang="en-US" sz="2400" b="1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BACHELOR OF TECHNOLOGY</a:t>
            </a:r>
            <a:endParaRPr sz="1800" b="0" i="0" u="none" strike="noStrike" cap="none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IN</a:t>
            </a:r>
            <a:endParaRPr sz="1800" b="0" i="0" u="none" strike="noStrike" cap="none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COMPUTER SCIENCE AND  ENGINEERING</a:t>
            </a:r>
            <a:endParaRPr sz="1800" b="0" i="0" u="none" strike="noStrike" cap="none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BY</a:t>
            </a:r>
            <a:endParaRPr sz="1800" b="0" i="0" u="none" strike="noStrike" cap="none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r>
              <a:rPr lang="en-IN" dirty="0"/>
              <a:t>                                                                                   24VE1A05A9 SHREE PRANAV</a:t>
            </a:r>
          </a:p>
          <a:p>
            <a:r>
              <a:rPr lang="en-IN" dirty="0"/>
              <a:t>                                                                                   24VE1A05A2 Kaveri Podisheti</a:t>
            </a:r>
          </a:p>
          <a:p>
            <a:r>
              <a:rPr lang="en-IN" dirty="0"/>
              <a:t>                                                                                   24VE1A0569 B. Anjali Devi</a:t>
            </a:r>
          </a:p>
          <a:p>
            <a:r>
              <a:rPr lang="en-IN" dirty="0"/>
              <a:t>                                                                                   24VE1A0575 CH. Chandu</a:t>
            </a:r>
            <a:endParaRPr sz="1800" b="0" i="0" u="none" strike="noStrike" cap="none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Under the Guidance of -</a:t>
            </a:r>
            <a:endParaRPr sz="1800" b="0" i="0" u="none" strike="noStrike" cap="none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lvl="0" algn="ctr">
              <a:buClr>
                <a:srgbClr val="000000"/>
              </a:buClr>
              <a:buSzPts val="1800"/>
            </a:pPr>
            <a:r>
              <a:rPr lang="en-US" b="1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Dr .G J BHARAT KUMAR</a:t>
            </a:r>
            <a:endParaRPr lang="en-US" sz="1800" b="1" i="0" u="none" strike="noStrike" cap="none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00" name="Google Shape;100;p13"/>
          <p:cNvSpPr txBox="1"/>
          <p:nvPr/>
        </p:nvSpPr>
        <p:spPr>
          <a:xfrm>
            <a:off x="11703325" y="1596475"/>
            <a:ext cx="488100" cy="560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Libre Franklin" panose="00000500000000000000"/>
              <a:ea typeface="Libre Franklin" panose="00000500000000000000"/>
              <a:cs typeface="Libre Franklin" panose="00000500000000000000"/>
              <a:sym typeface="Libre Franklin" panose="0000050000000000000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384EBB2-FD11-6F7F-3C3D-D52A927B2754}"/>
              </a:ext>
            </a:extLst>
          </p:cNvPr>
          <p:cNvGraphicFramePr>
            <a:graphicFrameLocks noGrp="1"/>
          </p:cNvGraphicFramePr>
          <p:nvPr/>
        </p:nvGraphicFramePr>
        <p:xfrm>
          <a:off x="471068" y="146884"/>
          <a:ext cx="11129805" cy="16154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129805">
                  <a:extLst>
                    <a:ext uri="{9D8B030D-6E8A-4147-A177-3AD203B41FA5}">
                      <a16:colId xmlns:a16="http://schemas.microsoft.com/office/drawing/2014/main" val="3278772442"/>
                    </a:ext>
                  </a:extLst>
                </a:gridCol>
              </a:tblGrid>
              <a:tr h="36478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800" u="none" strike="noStrike" dirty="0">
                          <a:effectLst/>
                        </a:rPr>
                        <a:t>                Sreyas Institute of Engineering and Technology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990798824"/>
                  </a:ext>
                </a:extLst>
              </a:tr>
              <a:tr h="27319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400" u="none" strike="noStrike" dirty="0">
                          <a:effectLst/>
                        </a:rPr>
                        <a:t>An Autonomous Institution</a:t>
                      </a:r>
                      <a:endParaRPr lang="en-IN" sz="2400" b="1" i="1" u="none" strike="noStrike" dirty="0">
                        <a:solidFill>
                          <a:srgbClr val="FF0000"/>
                        </a:solidFill>
                        <a:effectLst/>
                        <a:latin typeface="Sitka Heading" pitchFamily="2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586826775"/>
                  </a:ext>
                </a:extLst>
              </a:tr>
              <a:tr h="24836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Approved by AICTE, Affiliated to JNTUH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948727584"/>
                  </a:ext>
                </a:extLst>
              </a:tr>
              <a:tr h="44948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 panose="020B0604020202020204"/>
                        </a:rPr>
                        <a:t> </a:t>
                      </a:r>
                      <a:r>
                        <a:rPr lang="en-US" sz="18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 panose="020B0604020202020204"/>
                        </a:rPr>
                        <a:t>Accredited by NAAC-A Grade, NBA (CSE, ECE &amp; ME) &amp; ISO 9001:2015 Certified</a:t>
                      </a:r>
                      <a:endParaRPr lang="en-US" sz="1800" u="none" strike="noStrike" dirty="0">
                        <a:effectLst/>
                      </a:endParaRPr>
                    </a:p>
                    <a:p>
                      <a:pPr algn="ctr" fontAlgn="ctr">
                        <a:buNone/>
                      </a:pPr>
                      <a:endParaRPr lang="en-US" sz="1600" u="none" strike="noStrike" dirty="0">
                        <a:effectLst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084898476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00000000-0008-0000-0200-0000020000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9336" y="260648"/>
            <a:ext cx="1728193" cy="119733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DCC79-0A0B-415D-ACF9-60AB0C221A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List of  modules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0CE19F-1623-C5BB-652C-CE00AEF360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400" dirty="0"/>
              <a:t> -User Module: Allows users to register and log in to the system. Users can book, cancel, or reschedule appointments, view real-time queue status, and check estimated waiting time, reducing the need to wait physically.</a:t>
            </a:r>
          </a:p>
          <a:p>
            <a:pPr algn="just"/>
            <a:r>
              <a:rPr lang="en-US" sz="2400" dirty="0"/>
              <a:t>-Admin Module: Used by administrators to manage the entire system. Admins monitor queues, manage appointments, add or update services, and generate system reports to ensure smooth operation.</a:t>
            </a:r>
          </a:p>
          <a:p>
            <a:pPr algn="just"/>
            <a:r>
              <a:rPr lang="en-US" sz="2400" dirty="0"/>
              <a:t>-Appointment Management Module: Handles scheduling-related tasks such as booking appointments, modifying or canceling them, checking service availability, and maintaining appointment status.</a:t>
            </a:r>
          </a:p>
          <a:p>
            <a:pPr algn="just"/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6748835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B7A08F-FEB4-95DF-8B0A-A187D6D26B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List of modules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4EBA33-E61F-8574-406D-623C9E072F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400" dirty="0"/>
              <a:t>-Queue Management Module: Manages queue tokens and service flow. It generates token numbers, updates queue progress, calculates waiting time, and displays real-time queue information to users.</a:t>
            </a:r>
          </a:p>
          <a:p>
            <a:pPr algn="just"/>
            <a:r>
              <a:rPr lang="en-US" sz="2400" dirty="0"/>
              <a:t>-Database Module: Stores all system data securely using a cloud-based MySQL database. It manages user records, appointment details, queue data, and ensures data consistency and security.</a:t>
            </a:r>
          </a:p>
          <a:p>
            <a:pPr algn="just"/>
            <a:r>
              <a:rPr lang="en-US" sz="2400" dirty="0"/>
              <a:t>-Notification &amp; Reporting Module: Sends appointment confirmations, token updates, and delay notifications to users. It also generates reports and analytics for administrators to analyze system performance.</a:t>
            </a:r>
          </a:p>
          <a:p>
            <a:pPr algn="just"/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5320187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56A01-6657-3B7B-13E6-355D0772E7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Class diagram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44D079-5A8C-6A92-A6AF-84EABF8289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D3EA2FA-7DA8-7E35-F12F-32ABAFF2D0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1990" y="1565841"/>
            <a:ext cx="8122910" cy="4870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89988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0FC22-1181-C1F0-3A69-7A5A61EA5B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Use case diagram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635FFD-7F6F-714F-0661-25904A6DBC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B8FBC6E-2808-4AFF-6477-D655828D9F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9582" y="1512896"/>
            <a:ext cx="8212836" cy="5180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28660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3A76A-94DD-7DC1-2746-49F402E3F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Activity diagram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5BF71C-CCC1-9564-AE67-02753AB894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06DDE34-B9EE-958B-6E45-A872A5CAA4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5336" y="365125"/>
            <a:ext cx="4670455" cy="6426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65669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75</TotalTime>
  <Words>311</Words>
  <Application>Microsoft Office PowerPoint</Application>
  <PresentationFormat>Widescreen</PresentationFormat>
  <Paragraphs>30</Paragraphs>
  <Slides>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Arial</vt:lpstr>
      <vt:lpstr>Calibri</vt:lpstr>
      <vt:lpstr>Calibri Light</vt:lpstr>
      <vt:lpstr>Libre Franklin</vt:lpstr>
      <vt:lpstr>Sitka Heading</vt:lpstr>
      <vt:lpstr>Times New Roman</vt:lpstr>
      <vt:lpstr>Office Theme</vt:lpstr>
      <vt:lpstr>PowerPoint Presentation</vt:lpstr>
      <vt:lpstr>List of  modules</vt:lpstr>
      <vt:lpstr>List of modules</vt:lpstr>
      <vt:lpstr>Class diagram </vt:lpstr>
      <vt:lpstr>Use case diagram</vt:lpstr>
      <vt:lpstr>Activity diagram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Shree Pranav S</dc:creator>
  <cp:lastModifiedBy>Shree Pranav S</cp:lastModifiedBy>
  <cp:revision>9</cp:revision>
  <dcterms:created xsi:type="dcterms:W3CDTF">2026-02-27T14:36:06Z</dcterms:created>
  <dcterms:modified xsi:type="dcterms:W3CDTF">2026-04-27T13:35:21Z</dcterms:modified>
</cp:coreProperties>
</file>