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6D606-F724-4E9E-9FB2-4E571B377755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B4257-8D75-46F3-9DD0-19FB23E6A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5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059-B714-B1E0-1A6F-53B53EF8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09E9D-6D7C-5C53-93C5-70212192A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F20F-6A4C-39DC-D801-7F7DA8BE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8696E-8D05-D262-8199-0457BAB2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4E10B-BA42-2CA5-5E52-3E4D5454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82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3A79F-EB51-E33E-C26C-CB177593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89313-CFA2-9974-27B8-DFA39CFA3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753E-5AE4-2CD2-CDFE-1C7A21BA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49B1C-5AEB-240C-27E5-E0B73A0B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56E9C-1152-EE09-3821-8E164054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68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5EAEE-B0A1-ED5D-B264-D90695D1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CFE3F-15B3-826F-6F3D-64EEBF11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1D74-8654-90A1-7997-AE65F41D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3D41-D148-A65E-4E8C-252E6B59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41890-4B26-0B3F-73B8-905A9CE0F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41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128F-B4ED-38E7-F32F-A05A06D0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CD10-794B-73D4-B1F6-14A705192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BB811-B3B6-3C0D-3E0F-9C99EA4AB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23C44-3EF0-68C3-5F64-B20818B3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F8CCD-12BB-9244-912E-5C7560BA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C1AF2-7A4E-15D7-7659-4CD456AF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02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F789-8FFC-8F11-450F-654B5FD2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80455-84C2-424C-A6F0-15C7D8C82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9340A-FA1B-AE44-C3B7-FB834264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41D9A-8C8B-A0DA-A69D-D60944186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4C80AE-2B43-2D61-325F-51AB1CF9B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349496-54E5-C173-967E-90793EE3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BB724-EBC5-C9B8-9248-86FE8AA0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CF3DBF-1F67-0B1A-5B4A-9AC8C9F1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16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AF31-5E18-96BF-B340-FA60EFD37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38E38-EC22-48DE-6A9F-C01225A7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6A010-DF04-580D-61EE-A8A99A55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AD491-4CA2-D3FF-0100-EAB2D946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31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8920E-0CAF-F3E6-ED70-45FE4B90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5E476-B2FB-7D51-050D-559616B9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1415A-D678-DD56-EEEF-8644E675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96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2113-C33B-EBDA-47CC-A4BBFBA4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5A706-4A0E-C18B-4BE6-5299E34D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6F4EA-8177-AF82-9A08-60B1388D4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C16F1-6C63-D1F3-EAC4-3A65B75CB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E43A0-8040-02DD-0947-A4C4C14F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DC331-6BCD-F083-EA6F-3F5F9525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06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42F6-C268-6239-0024-86150243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9605C-2A20-C5FA-7187-2DE59775A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D26AC-9AC5-73AC-0DBF-765C0775D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B6EF8-274A-2D6E-EC29-A25FFBBA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F8234-2611-B87C-BC0F-EA525297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E5158-5256-AEB1-7D83-46E78C46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19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9E86A-5F5D-B0B3-AB11-175C637C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73FC6-E56D-45E5-9B00-4012AA998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915BE-4950-E6FA-6841-12224402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3D8EF-295A-56A1-BCD1-8C9F9D4C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F08E1-827A-9FB3-B23E-19F4613C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5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C5A2B-BA64-8CC8-38ED-B753BFD6B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81E2D-DF8E-5A26-C403-99DC4DA2F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467F2-6FD3-8CAA-032F-55F479CA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862CD-B9E2-E8E9-2609-6732193E1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DDECA-4567-7615-1089-0CE7A453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70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A8C139-4D1F-657D-363A-DDEE0000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24E40-49F5-49EF-F667-C08C8D8F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F20DD-2117-CB24-648B-389026809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D985D-669C-482D-8A99-BFCF3BCB1576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E1C63-0134-29D8-C75E-CCA2335CE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217-9859-6B54-A146-FBDEC35B5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37AF4-7F5B-4D92-835C-78D486B25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0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545234" y="1746012"/>
            <a:ext cx="11646766" cy="511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SzPts val="1800"/>
            </a:pPr>
            <a:r>
              <a:rPr lang="en-US" sz="1800" dirty="0"/>
              <a:t>      Department of Computer Science and Engineering</a:t>
            </a:r>
            <a:endParaRPr lang="en-US" sz="1800" b="1" dirty="0">
              <a:latin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A 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REAL-TIME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PROJECT REVIEW-3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Clr>
                <a:srgbClr val="000000"/>
              </a:buClr>
              <a:buSzPts val="24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dirty="0"/>
              <a:t>Smart Queue and Appointment Management System</a:t>
            </a:r>
            <a:endParaRPr lang="en-US" sz="2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BACHELOR OF TECHNOLOGY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AND  ENGINEERING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r>
              <a:rPr lang="en-IN" dirty="0"/>
              <a:t>                                                                                   24VE1A05A9 SHREE PRANAV</a:t>
            </a:r>
          </a:p>
          <a:p>
            <a:r>
              <a:rPr lang="en-IN" dirty="0"/>
              <a:t>                                                                                   24VE1A05A2 Kaveri Podisheti</a:t>
            </a:r>
          </a:p>
          <a:p>
            <a:r>
              <a:rPr lang="en-IN" dirty="0"/>
              <a:t>                                                                                   24VE1A0569 B. Anjali Devi</a:t>
            </a:r>
          </a:p>
          <a:p>
            <a:r>
              <a:rPr lang="en-IN" dirty="0"/>
              <a:t>                                                                                   24VE1A0575 CH. Chandu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 -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Clr>
                <a:srgbClr val="000000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 .G J BHARAT KUMAR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703325" y="1596475"/>
            <a:ext cx="488100" cy="5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84EBB2-FD11-6F7F-3C3D-D52A927B2754}"/>
              </a:ext>
            </a:extLst>
          </p:cNvPr>
          <p:cNvGraphicFramePr>
            <a:graphicFrameLocks noGrp="1"/>
          </p:cNvGraphicFramePr>
          <p:nvPr/>
        </p:nvGraphicFramePr>
        <p:xfrm>
          <a:off x="471068" y="146884"/>
          <a:ext cx="11129805" cy="161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29805">
                  <a:extLst>
                    <a:ext uri="{9D8B030D-6E8A-4147-A177-3AD203B41FA5}">
                      <a16:colId xmlns:a16="http://schemas.microsoft.com/office/drawing/2014/main" val="3278772442"/>
                    </a:ext>
                  </a:extLst>
                </a:gridCol>
              </a:tblGrid>
              <a:tr h="36478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800" u="none" strike="noStrike" dirty="0">
                          <a:effectLst/>
                        </a:rPr>
                        <a:t>                Sreyas Institute of Engineering and Technology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0798824"/>
                  </a:ext>
                </a:extLst>
              </a:tr>
              <a:tr h="2731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An Autonomous Institution</a:t>
                      </a:r>
                      <a:endParaRPr lang="en-IN" sz="2400" b="1" i="1" u="none" strike="noStrike" dirty="0">
                        <a:solidFill>
                          <a:srgbClr val="FF0000"/>
                        </a:solidFill>
                        <a:effectLst/>
                        <a:latin typeface="Sitka Heading" pitchFamily="2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6826775"/>
                  </a:ext>
                </a:extLst>
              </a:tr>
              <a:tr h="24836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Approved by AICTE, Affiliated to JNTUH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8727584"/>
                  </a:ext>
                </a:extLst>
              </a:tr>
              <a:tr h="4494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Accredited by NAAC-A Grade, NBA (CSE, ECE &amp; ME) &amp; ISO 9001:2015 Certified</a:t>
                      </a:r>
                      <a:endParaRPr lang="en-US" sz="18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endParaRPr lang="en-US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489847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336" y="260648"/>
            <a:ext cx="1728193" cy="11973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B05D19-1047-98B9-82AB-4697909E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Testing: Definition &amp; Types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8C5A7-4F3C-9BB0-2AAC-FCABB3E2A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Definition: Verifying that software meets requirements and performs expected behavior; identifying defects before production.</a:t>
            </a:r>
          </a:p>
          <a:p>
            <a:r>
              <a:rPr lang="en-US" dirty="0"/>
              <a:t>Why needed: Improves reliability, ensures requirements, prevents regression.</a:t>
            </a:r>
          </a:p>
          <a:p>
            <a:r>
              <a:rPr lang="en-US" dirty="0"/>
              <a:t>Major types:</a:t>
            </a:r>
          </a:p>
          <a:p>
            <a:pPr lvl="1"/>
            <a:r>
              <a:rPr lang="en-US" dirty="0"/>
              <a:t>Unit Test – single function/module</a:t>
            </a:r>
          </a:p>
          <a:p>
            <a:pPr lvl="1"/>
            <a:r>
              <a:rPr lang="en-US" dirty="0"/>
              <a:t>Integration Test – combined modules or services</a:t>
            </a:r>
          </a:p>
          <a:p>
            <a:pPr lvl="1"/>
            <a:r>
              <a:rPr lang="en-US" dirty="0"/>
              <a:t>System Test – full app behavior end-to-end</a:t>
            </a:r>
          </a:p>
          <a:p>
            <a:pPr lvl="1"/>
            <a:r>
              <a:rPr lang="en-US" dirty="0"/>
              <a:t>Acceptance Test – user/business acceptance</a:t>
            </a:r>
          </a:p>
          <a:p>
            <a:pPr lvl="1"/>
            <a:r>
              <a:rPr lang="en-US" dirty="0"/>
              <a:t>(Optional) Regression Test – verify unchanged functionality after modifications</a:t>
            </a:r>
          </a:p>
          <a:p>
            <a:pPr lvl="1"/>
            <a:r>
              <a:rPr lang="en-US" dirty="0"/>
              <a:t>(Optional) Performance/Security/Load Test – non-functional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017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9D8D8-33E4-740F-070A-9E8FEF68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Cases (Backend Queue Appointment)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E9245E-A816-5A1F-A0BC-8675D954A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B6EC97-7973-12A8-4D9C-B3BEFC5A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060" y="1376660"/>
            <a:ext cx="8051879" cy="503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0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3AB9-EAFC-5DA1-733F-334E6C06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Output-1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B54025-6549-C42E-3562-5EAF76A0D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800" y="1219430"/>
            <a:ext cx="6199631" cy="55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0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F57C-FA4B-1D47-0223-2AA676C9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Output-2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E96B6E-CF85-6D55-4D18-E3F6D4C51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967" y="2324058"/>
            <a:ext cx="6068496" cy="2447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4A8FBD-1134-ADA7-0AF8-D704E332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63" y="566928"/>
            <a:ext cx="5457361" cy="608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2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E7FF-7BF3-B43C-CF23-CDF4BABB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F14AA-0330-5090-6AED-087EC014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user auth/role-based security (open endpoints)</a:t>
            </a:r>
          </a:p>
          <a:p>
            <a:r>
              <a:rPr lang="en-US" dirty="0"/>
              <a:t>Basic UI, not mobile responsive</a:t>
            </a:r>
          </a:p>
          <a:p>
            <a:r>
              <a:rPr lang="en-US" dirty="0"/>
              <a:t>No persistent DB (in-memory only or limited)</a:t>
            </a:r>
          </a:p>
          <a:p>
            <a:r>
              <a:rPr lang="en-US" dirty="0"/>
              <a:t>Concurrency/race conditions not fully hardened</a:t>
            </a:r>
          </a:p>
          <a:p>
            <a:r>
              <a:rPr lang="en-US" dirty="0"/>
              <a:t>No automated test integration pipeline in current version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680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CBFB-323D-A4BF-C941-19FC71726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A469C-4014-FCB6-87DD-430590EF3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Add authentication + OAuth / JWT</a:t>
            </a:r>
          </a:p>
          <a:p>
            <a:r>
              <a:rPr lang="en-IN" dirty="0"/>
              <a:t>Use real DB (MySQL/PostgreSQL/Mongo)</a:t>
            </a:r>
          </a:p>
          <a:p>
            <a:r>
              <a:rPr lang="en-IN" dirty="0"/>
              <a:t>Implement async worker queue + retry logic</a:t>
            </a:r>
          </a:p>
          <a:p>
            <a:r>
              <a:rPr lang="en-IN" dirty="0"/>
              <a:t>Expiry/cancelation/reschedule workflows</a:t>
            </a:r>
          </a:p>
          <a:p>
            <a:r>
              <a:rPr lang="en-IN" dirty="0"/>
              <a:t>API docs (Swagger/</a:t>
            </a:r>
            <a:r>
              <a:rPr lang="en-IN" dirty="0" err="1"/>
              <a:t>OpenAPI</a:t>
            </a:r>
            <a:r>
              <a:rPr lang="en-IN" dirty="0"/>
              <a:t>) + CI/CD tests</a:t>
            </a:r>
          </a:p>
          <a:p>
            <a:r>
              <a:rPr lang="en-IN" dirty="0"/>
              <a:t>UI redesign (React/Vue) + admin analytics dashboard</a:t>
            </a:r>
          </a:p>
          <a:p>
            <a:r>
              <a:rPr lang="en-IN" dirty="0"/>
              <a:t>Multi-tenant support, load testing, security hardening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05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80E0-C0B9-E034-B75E-4B4D84F2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41219-6193-2E27-911C-B65DFE9FD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delivers core appointment queue workflow with booking + status query.</a:t>
            </a:r>
          </a:p>
          <a:p>
            <a:r>
              <a:rPr lang="en-US" dirty="0"/>
              <a:t>Demonstrated test coverage, error handling and validations.</a:t>
            </a:r>
          </a:p>
          <a:p>
            <a:r>
              <a:rPr lang="en-US" dirty="0"/>
              <a:t>Easy to extend and harden in future.</a:t>
            </a:r>
          </a:p>
          <a:p>
            <a:r>
              <a:rPr lang="en-US" dirty="0"/>
              <a:t>Value: quick patient flow management and fair token queuing.</a:t>
            </a:r>
          </a:p>
          <a:p>
            <a:r>
              <a:rPr lang="en-US" dirty="0"/>
              <a:t>Next step: production-grade persistence, secure API, full test pipeline.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234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</TotalTime>
  <Words>350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Libre Franklin</vt:lpstr>
      <vt:lpstr>Sitka Heading</vt:lpstr>
      <vt:lpstr>Times New Roman</vt:lpstr>
      <vt:lpstr>Office Theme</vt:lpstr>
      <vt:lpstr>PowerPoint Presentation</vt:lpstr>
      <vt:lpstr>Testing: Definition &amp; Types</vt:lpstr>
      <vt:lpstr>Test Cases (Backend Queue Appointment)</vt:lpstr>
      <vt:lpstr>Output-1 </vt:lpstr>
      <vt:lpstr>Output-2</vt:lpstr>
      <vt:lpstr>Limitations</vt:lpstr>
      <vt:lpstr>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 Pranav S</dc:creator>
  <cp:lastModifiedBy>Shree Pranav S</cp:lastModifiedBy>
  <cp:revision>4</cp:revision>
  <dcterms:created xsi:type="dcterms:W3CDTF">2026-04-01T04:29:10Z</dcterms:created>
  <dcterms:modified xsi:type="dcterms:W3CDTF">2026-04-27T15:33:45Z</dcterms:modified>
</cp:coreProperties>
</file>